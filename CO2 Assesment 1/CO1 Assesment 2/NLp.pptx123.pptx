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</p:sldMasterIdLst>
  <p:notesMasterIdLst>
    <p:notesMasterId r:id="rId14"/>
  </p:notesMasterIdLst>
  <p:sldIdLst>
    <p:sldId id="256" r:id="rId13"/>
    <p:sldId id="258" r:id="rId15"/>
    <p:sldId id="259" r:id="rId16"/>
    <p:sldId id="260" r:id="rId17"/>
    <p:sldId id="261" r:id="rId18"/>
    <p:sldId id="269" r:id="rId19"/>
    <p:sldId id="266" r:id="rId20"/>
    <p:sldId id="267" r:id="rId21"/>
  </p:sldIdLst>
  <p:sldSz cx="12192000" cy="6858000"/>
  <p:notesSz cx="7559675" cy="10691495"/>
  <p:defaultTextStyle>
    <a:defPPr>
      <a:defRPr lang="en-GB"/>
    </a:defPPr>
    <a:lvl1pPr algn="l" rtl="0" fontAlgn="base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rtl="0" fontAlgn="base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rtl="0" fontAlgn="base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rtl="0" fontAlgn="base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rtl="0" fontAlgn="base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4BA350-3AC2-4682-8476-CA6D7B642BCE}" type="doc">
      <dgm:prSet loTypeId="urn:microsoft.com/office/officeart/2005/8/layout/process1" loCatId="process" qsTypeId="urn:microsoft.com/office/officeart/2005/8/quickstyle/3d2" qsCatId="3D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99683F9A-554F-4AD7-B2FA-B1D6812F52D4}">
      <dgm:prSet/>
      <dgm:spPr/>
      <dgm:t>
        <a:bodyPr/>
        <a:lstStyle/>
        <a:p>
          <a:r>
            <a:rPr lang="en-US"/>
            <a:t>Input Word</a:t>
          </a:r>
          <a:endParaRPr lang="en-IN"/>
        </a:p>
      </dgm:t>
    </dgm:pt>
    <dgm:pt modelId="{10088820-21DA-4931-AA92-663B02DEACE3}" cxnId="{D12346F0-3417-4662-A098-B99D3617487E}" type="parTrans">
      <dgm:prSet/>
      <dgm:spPr/>
      <dgm:t>
        <a:bodyPr/>
        <a:lstStyle/>
        <a:p>
          <a:endParaRPr lang="en-IN"/>
        </a:p>
      </dgm:t>
    </dgm:pt>
    <dgm:pt modelId="{76CDC2CF-3884-4F75-A5DB-E76061A3E0D3}" cxnId="{D12346F0-3417-4662-A098-B99D3617487E}" type="sibTrans">
      <dgm:prSet/>
      <dgm:spPr/>
      <dgm:t>
        <a:bodyPr/>
        <a:lstStyle/>
        <a:p>
          <a:endParaRPr lang="en-IN"/>
        </a:p>
      </dgm:t>
    </dgm:pt>
    <dgm:pt modelId="{C920A83C-968D-475E-B585-F14F4DE27349}">
      <dgm:prSet/>
      <dgm:spPr/>
      <dgm:t>
        <a:bodyPr/>
        <a:lstStyle/>
        <a:p>
          <a:r>
            <a:rPr lang="en-US"/>
            <a:t>Identify Suffix</a:t>
          </a:r>
          <a:endParaRPr lang="en-IN"/>
        </a:p>
      </dgm:t>
    </dgm:pt>
    <dgm:pt modelId="{6D3555F7-92AF-405F-AE20-47BEB0E57448}" cxnId="{5850D4EB-6455-470F-9D94-3B8225A278A7}" type="parTrans">
      <dgm:prSet/>
      <dgm:spPr/>
      <dgm:t>
        <a:bodyPr/>
        <a:lstStyle/>
        <a:p>
          <a:endParaRPr lang="en-IN"/>
        </a:p>
      </dgm:t>
    </dgm:pt>
    <dgm:pt modelId="{26B60CC2-609E-4D72-B45E-504E717953D9}" cxnId="{5850D4EB-6455-470F-9D94-3B8225A278A7}" type="sibTrans">
      <dgm:prSet/>
      <dgm:spPr/>
      <dgm:t>
        <a:bodyPr/>
        <a:lstStyle/>
        <a:p>
          <a:endParaRPr lang="en-IN"/>
        </a:p>
      </dgm:t>
    </dgm:pt>
    <dgm:pt modelId="{FB2DEA9E-1671-442D-AC87-FE2DD826ABD1}">
      <dgm:prSet/>
      <dgm:spPr/>
      <dgm:t>
        <a:bodyPr/>
        <a:lstStyle/>
        <a:p>
          <a:r>
            <a:rPr lang="en-US"/>
            <a:t>Apply Stemming Rules</a:t>
          </a:r>
          <a:endParaRPr lang="en-IN"/>
        </a:p>
      </dgm:t>
    </dgm:pt>
    <dgm:pt modelId="{60E8210C-4068-45A7-8C13-F6EE14D56C8D}" cxnId="{5E1DAEBA-9F35-4DEC-8C12-954972705795}" type="parTrans">
      <dgm:prSet/>
      <dgm:spPr/>
      <dgm:t>
        <a:bodyPr/>
        <a:lstStyle/>
        <a:p>
          <a:endParaRPr lang="en-IN"/>
        </a:p>
      </dgm:t>
    </dgm:pt>
    <dgm:pt modelId="{8989CBCA-B6BF-4360-86CA-CCB0AF6D3984}" cxnId="{5E1DAEBA-9F35-4DEC-8C12-954972705795}" type="sibTrans">
      <dgm:prSet/>
      <dgm:spPr/>
      <dgm:t>
        <a:bodyPr/>
        <a:lstStyle/>
        <a:p>
          <a:endParaRPr lang="en-IN"/>
        </a:p>
      </dgm:t>
    </dgm:pt>
    <dgm:pt modelId="{51785B13-198D-4088-8355-F6D05F72F7E5}">
      <dgm:prSet/>
      <dgm:spPr/>
      <dgm:t>
        <a:bodyPr/>
        <a:lstStyle/>
        <a:p>
          <a:r>
            <a:rPr lang="en-US"/>
            <a:t>Remove/Replace Suffix</a:t>
          </a:r>
          <a:endParaRPr lang="en-IN"/>
        </a:p>
      </dgm:t>
    </dgm:pt>
    <dgm:pt modelId="{1479B3CF-F908-446D-8788-965B64E49FA1}" cxnId="{44CB85C8-95FF-4675-B473-CDECA3CAC017}" type="parTrans">
      <dgm:prSet/>
      <dgm:spPr/>
      <dgm:t>
        <a:bodyPr/>
        <a:lstStyle/>
        <a:p>
          <a:endParaRPr lang="en-IN"/>
        </a:p>
      </dgm:t>
    </dgm:pt>
    <dgm:pt modelId="{2DEE7D87-9FCF-4235-AC36-4E4E76996E07}" cxnId="{44CB85C8-95FF-4675-B473-CDECA3CAC017}" type="sibTrans">
      <dgm:prSet/>
      <dgm:spPr/>
      <dgm:t>
        <a:bodyPr/>
        <a:lstStyle/>
        <a:p>
          <a:endParaRPr lang="en-IN"/>
        </a:p>
      </dgm:t>
    </dgm:pt>
    <dgm:pt modelId="{7D241196-A4E6-4BAB-80F5-E8531EFE0752}">
      <dgm:prSet/>
      <dgm:spPr/>
      <dgm:t>
        <a:bodyPr/>
        <a:lstStyle/>
        <a:p>
          <a:r>
            <a:rPr lang="en-US"/>
            <a:t>Generate Stem Word</a:t>
          </a:r>
          <a:endParaRPr lang="en-IN"/>
        </a:p>
      </dgm:t>
    </dgm:pt>
    <dgm:pt modelId="{B42CA964-E571-45F4-B530-5582B9F3EE13}" cxnId="{B1086F9B-EDA2-4FCC-AF78-3E3947D4379F}" type="parTrans">
      <dgm:prSet/>
      <dgm:spPr/>
      <dgm:t>
        <a:bodyPr/>
        <a:lstStyle/>
        <a:p>
          <a:endParaRPr lang="en-IN"/>
        </a:p>
      </dgm:t>
    </dgm:pt>
    <dgm:pt modelId="{E6250793-4A3C-41C9-963D-B2BE4E77B836}" cxnId="{B1086F9B-EDA2-4FCC-AF78-3E3947D4379F}" type="sibTrans">
      <dgm:prSet/>
      <dgm:spPr/>
      <dgm:t>
        <a:bodyPr/>
        <a:lstStyle/>
        <a:p>
          <a:endParaRPr lang="en-IN"/>
        </a:p>
      </dgm:t>
    </dgm:pt>
    <dgm:pt modelId="{BCDF4DAF-3503-4CD7-B1F0-40D547350C3C}" type="pres">
      <dgm:prSet presAssocID="{764BA350-3AC2-4682-8476-CA6D7B642BCE}" presName="Name0" presStyleCnt="0">
        <dgm:presLayoutVars>
          <dgm:dir/>
          <dgm:resizeHandles val="exact"/>
        </dgm:presLayoutVars>
      </dgm:prSet>
      <dgm:spPr/>
    </dgm:pt>
    <dgm:pt modelId="{42D05F6E-0BE5-479A-970D-62C10DBE954A}" type="pres">
      <dgm:prSet presAssocID="{99683F9A-554F-4AD7-B2FA-B1D6812F52D4}" presName="node" presStyleLbl="node1" presStyleIdx="0" presStyleCnt="5">
        <dgm:presLayoutVars>
          <dgm:bulletEnabled val="1"/>
        </dgm:presLayoutVars>
      </dgm:prSet>
      <dgm:spPr/>
    </dgm:pt>
    <dgm:pt modelId="{B83BEA13-76B1-4E56-8266-74E9EB802FA2}" type="pres">
      <dgm:prSet presAssocID="{76CDC2CF-3884-4F75-A5DB-E76061A3E0D3}" presName="sibTrans" presStyleLbl="sibTrans2D1" presStyleIdx="0" presStyleCnt="4"/>
      <dgm:spPr/>
    </dgm:pt>
    <dgm:pt modelId="{E162C48C-B269-449B-AD90-C819CF1CC3C7}" type="pres">
      <dgm:prSet presAssocID="{76CDC2CF-3884-4F75-A5DB-E76061A3E0D3}" presName="connectorText" presStyleLbl="sibTrans2D1" presStyleIdx="0" presStyleCnt="4"/>
      <dgm:spPr/>
    </dgm:pt>
    <dgm:pt modelId="{90C57F6A-ECA8-4ECF-A877-FDDC25C26CC8}" type="pres">
      <dgm:prSet presAssocID="{C920A83C-968D-475E-B585-F14F4DE27349}" presName="node" presStyleLbl="node1" presStyleIdx="1" presStyleCnt="5">
        <dgm:presLayoutVars>
          <dgm:bulletEnabled val="1"/>
        </dgm:presLayoutVars>
      </dgm:prSet>
      <dgm:spPr/>
    </dgm:pt>
    <dgm:pt modelId="{8718D22E-2B3C-4354-B4EF-9E7B5A713AB4}" type="pres">
      <dgm:prSet presAssocID="{26B60CC2-609E-4D72-B45E-504E717953D9}" presName="sibTrans" presStyleLbl="sibTrans2D1" presStyleIdx="1" presStyleCnt="4"/>
      <dgm:spPr/>
    </dgm:pt>
    <dgm:pt modelId="{D1CA4B1D-5A3A-4A39-878E-C18092728BE7}" type="pres">
      <dgm:prSet presAssocID="{26B60CC2-609E-4D72-B45E-504E717953D9}" presName="connectorText" presStyleLbl="sibTrans2D1" presStyleIdx="1" presStyleCnt="4"/>
      <dgm:spPr/>
    </dgm:pt>
    <dgm:pt modelId="{5924A8A6-9F9E-4D1F-B702-D67B2BC479B2}" type="pres">
      <dgm:prSet presAssocID="{FB2DEA9E-1671-442D-AC87-FE2DD826ABD1}" presName="node" presStyleLbl="node1" presStyleIdx="2" presStyleCnt="5">
        <dgm:presLayoutVars>
          <dgm:bulletEnabled val="1"/>
        </dgm:presLayoutVars>
      </dgm:prSet>
      <dgm:spPr/>
    </dgm:pt>
    <dgm:pt modelId="{FD039127-67D0-4369-8DDF-B16FD0A7536D}" type="pres">
      <dgm:prSet presAssocID="{8989CBCA-B6BF-4360-86CA-CCB0AF6D3984}" presName="sibTrans" presStyleLbl="sibTrans2D1" presStyleIdx="2" presStyleCnt="4"/>
      <dgm:spPr/>
    </dgm:pt>
    <dgm:pt modelId="{8CCECF05-41F5-4E18-AB54-32FC2923D192}" type="pres">
      <dgm:prSet presAssocID="{8989CBCA-B6BF-4360-86CA-CCB0AF6D3984}" presName="connectorText" presStyleLbl="sibTrans2D1" presStyleIdx="2" presStyleCnt="4"/>
      <dgm:spPr/>
    </dgm:pt>
    <dgm:pt modelId="{AF308876-9E96-48B5-9421-8F65DD88F4C9}" type="pres">
      <dgm:prSet presAssocID="{51785B13-198D-4088-8355-F6D05F72F7E5}" presName="node" presStyleLbl="node1" presStyleIdx="3" presStyleCnt="5">
        <dgm:presLayoutVars>
          <dgm:bulletEnabled val="1"/>
        </dgm:presLayoutVars>
      </dgm:prSet>
      <dgm:spPr/>
    </dgm:pt>
    <dgm:pt modelId="{7C7AA384-5F49-4B88-AE42-9EBB9CE06ECA}" type="pres">
      <dgm:prSet presAssocID="{2DEE7D87-9FCF-4235-AC36-4E4E76996E07}" presName="sibTrans" presStyleLbl="sibTrans2D1" presStyleIdx="3" presStyleCnt="4"/>
      <dgm:spPr/>
    </dgm:pt>
    <dgm:pt modelId="{00A9826C-53F3-4E86-8F0F-7FC9B0C2A897}" type="pres">
      <dgm:prSet presAssocID="{2DEE7D87-9FCF-4235-AC36-4E4E76996E07}" presName="connectorText" presStyleLbl="sibTrans2D1" presStyleIdx="3" presStyleCnt="4"/>
      <dgm:spPr/>
    </dgm:pt>
    <dgm:pt modelId="{40D54CBB-4CD2-4FD2-99B3-0ECCC606E614}" type="pres">
      <dgm:prSet presAssocID="{7D241196-A4E6-4BAB-80F5-E8531EFE0752}" presName="node" presStyleLbl="node1" presStyleIdx="4" presStyleCnt="5">
        <dgm:presLayoutVars>
          <dgm:bulletEnabled val="1"/>
        </dgm:presLayoutVars>
      </dgm:prSet>
      <dgm:spPr/>
    </dgm:pt>
  </dgm:ptLst>
  <dgm:cxnLst>
    <dgm:cxn modelId="{F3F2A014-F008-4FC9-A593-CD143E98EFF0}" type="presOf" srcId="{2DEE7D87-9FCF-4235-AC36-4E4E76996E07}" destId="{7C7AA384-5F49-4B88-AE42-9EBB9CE06ECA}" srcOrd="0" destOrd="0" presId="urn:microsoft.com/office/officeart/2005/8/layout/process1"/>
    <dgm:cxn modelId="{E25D7A5F-1701-444B-8E93-97D7529EB769}" type="presOf" srcId="{8989CBCA-B6BF-4360-86CA-CCB0AF6D3984}" destId="{FD039127-67D0-4369-8DDF-B16FD0A7536D}" srcOrd="0" destOrd="0" presId="urn:microsoft.com/office/officeart/2005/8/layout/process1"/>
    <dgm:cxn modelId="{31831B4F-D37D-4B75-804C-A39F3EC402A5}" type="presOf" srcId="{764BA350-3AC2-4682-8476-CA6D7B642BCE}" destId="{BCDF4DAF-3503-4CD7-B1F0-40D547350C3C}" srcOrd="0" destOrd="0" presId="urn:microsoft.com/office/officeart/2005/8/layout/process1"/>
    <dgm:cxn modelId="{F0C63F7C-5764-41D6-93D5-2C63702ED360}" type="presOf" srcId="{76CDC2CF-3884-4F75-A5DB-E76061A3E0D3}" destId="{B83BEA13-76B1-4E56-8266-74E9EB802FA2}" srcOrd="0" destOrd="0" presId="urn:microsoft.com/office/officeart/2005/8/layout/process1"/>
    <dgm:cxn modelId="{5512EB89-C3F6-4869-946A-6D40DAECA3DF}" type="presOf" srcId="{C920A83C-968D-475E-B585-F14F4DE27349}" destId="{90C57F6A-ECA8-4ECF-A877-FDDC25C26CC8}" srcOrd="0" destOrd="0" presId="urn:microsoft.com/office/officeart/2005/8/layout/process1"/>
    <dgm:cxn modelId="{F6426F92-5F34-412D-A607-B0F1F2424CE8}" type="presOf" srcId="{8989CBCA-B6BF-4360-86CA-CCB0AF6D3984}" destId="{8CCECF05-41F5-4E18-AB54-32FC2923D192}" srcOrd="1" destOrd="0" presId="urn:microsoft.com/office/officeart/2005/8/layout/process1"/>
    <dgm:cxn modelId="{B1086F9B-EDA2-4FCC-AF78-3E3947D4379F}" srcId="{764BA350-3AC2-4682-8476-CA6D7B642BCE}" destId="{7D241196-A4E6-4BAB-80F5-E8531EFE0752}" srcOrd="4" destOrd="0" parTransId="{B42CA964-E571-45F4-B530-5582B9F3EE13}" sibTransId="{E6250793-4A3C-41C9-963D-B2BE4E77B836}"/>
    <dgm:cxn modelId="{2778959F-B71B-4244-A2A6-7E2A72EAEDE0}" type="presOf" srcId="{99683F9A-554F-4AD7-B2FA-B1D6812F52D4}" destId="{42D05F6E-0BE5-479A-970D-62C10DBE954A}" srcOrd="0" destOrd="0" presId="urn:microsoft.com/office/officeart/2005/8/layout/process1"/>
    <dgm:cxn modelId="{5E1DAEBA-9F35-4DEC-8C12-954972705795}" srcId="{764BA350-3AC2-4682-8476-CA6D7B642BCE}" destId="{FB2DEA9E-1671-442D-AC87-FE2DD826ABD1}" srcOrd="2" destOrd="0" parTransId="{60E8210C-4068-45A7-8C13-F6EE14D56C8D}" sibTransId="{8989CBCA-B6BF-4360-86CA-CCB0AF6D3984}"/>
    <dgm:cxn modelId="{FD119DBE-B63F-41E9-B8C0-671C2CBD7422}" type="presOf" srcId="{76CDC2CF-3884-4F75-A5DB-E76061A3E0D3}" destId="{E162C48C-B269-449B-AD90-C819CF1CC3C7}" srcOrd="1" destOrd="0" presId="urn:microsoft.com/office/officeart/2005/8/layout/process1"/>
    <dgm:cxn modelId="{44CB85C8-95FF-4675-B473-CDECA3CAC017}" srcId="{764BA350-3AC2-4682-8476-CA6D7B642BCE}" destId="{51785B13-198D-4088-8355-F6D05F72F7E5}" srcOrd="3" destOrd="0" parTransId="{1479B3CF-F908-446D-8788-965B64E49FA1}" sibTransId="{2DEE7D87-9FCF-4235-AC36-4E4E76996E07}"/>
    <dgm:cxn modelId="{7DFD55DA-37B9-479E-9BE0-AF0D5BD6847E}" type="presOf" srcId="{7D241196-A4E6-4BAB-80F5-E8531EFE0752}" destId="{40D54CBB-4CD2-4FD2-99B3-0ECCC606E614}" srcOrd="0" destOrd="0" presId="urn:microsoft.com/office/officeart/2005/8/layout/process1"/>
    <dgm:cxn modelId="{2A5AE0E2-AC8D-443E-A630-761B155D6873}" type="presOf" srcId="{FB2DEA9E-1671-442D-AC87-FE2DD826ABD1}" destId="{5924A8A6-9F9E-4D1F-B702-D67B2BC479B2}" srcOrd="0" destOrd="0" presId="urn:microsoft.com/office/officeart/2005/8/layout/process1"/>
    <dgm:cxn modelId="{B65805E5-E5E4-4C14-B68E-32CA3B5E5275}" type="presOf" srcId="{26B60CC2-609E-4D72-B45E-504E717953D9}" destId="{8718D22E-2B3C-4354-B4EF-9E7B5A713AB4}" srcOrd="0" destOrd="0" presId="urn:microsoft.com/office/officeart/2005/8/layout/process1"/>
    <dgm:cxn modelId="{5850D4EB-6455-470F-9D94-3B8225A278A7}" srcId="{764BA350-3AC2-4682-8476-CA6D7B642BCE}" destId="{C920A83C-968D-475E-B585-F14F4DE27349}" srcOrd="1" destOrd="0" parTransId="{6D3555F7-92AF-405F-AE20-47BEB0E57448}" sibTransId="{26B60CC2-609E-4D72-B45E-504E717953D9}"/>
    <dgm:cxn modelId="{74AD78EF-1524-4042-90B2-5A24A1F8A0C0}" type="presOf" srcId="{51785B13-198D-4088-8355-F6D05F72F7E5}" destId="{AF308876-9E96-48B5-9421-8F65DD88F4C9}" srcOrd="0" destOrd="0" presId="urn:microsoft.com/office/officeart/2005/8/layout/process1"/>
    <dgm:cxn modelId="{D12346F0-3417-4662-A098-B99D3617487E}" srcId="{764BA350-3AC2-4682-8476-CA6D7B642BCE}" destId="{99683F9A-554F-4AD7-B2FA-B1D6812F52D4}" srcOrd="0" destOrd="0" parTransId="{10088820-21DA-4931-AA92-663B02DEACE3}" sibTransId="{76CDC2CF-3884-4F75-A5DB-E76061A3E0D3}"/>
    <dgm:cxn modelId="{318C32F5-17B3-4093-98CD-0EEB74B4A341}" type="presOf" srcId="{26B60CC2-609E-4D72-B45E-504E717953D9}" destId="{D1CA4B1D-5A3A-4A39-878E-C18092728BE7}" srcOrd="1" destOrd="0" presId="urn:microsoft.com/office/officeart/2005/8/layout/process1"/>
    <dgm:cxn modelId="{15A2C3F8-2028-48B4-8F8A-E2F5E2410088}" type="presOf" srcId="{2DEE7D87-9FCF-4235-AC36-4E4E76996E07}" destId="{00A9826C-53F3-4E86-8F0F-7FC9B0C2A897}" srcOrd="1" destOrd="0" presId="urn:microsoft.com/office/officeart/2005/8/layout/process1"/>
    <dgm:cxn modelId="{7EA105C0-6376-40A9-ACB9-2A97FE50DF01}" type="presParOf" srcId="{BCDF4DAF-3503-4CD7-B1F0-40D547350C3C}" destId="{42D05F6E-0BE5-479A-970D-62C10DBE954A}" srcOrd="0" destOrd="0" presId="urn:microsoft.com/office/officeart/2005/8/layout/process1"/>
    <dgm:cxn modelId="{8CD2A5B2-F55B-40A1-A6B0-186AFD6ECC2E}" type="presParOf" srcId="{BCDF4DAF-3503-4CD7-B1F0-40D547350C3C}" destId="{B83BEA13-76B1-4E56-8266-74E9EB802FA2}" srcOrd="1" destOrd="0" presId="urn:microsoft.com/office/officeart/2005/8/layout/process1"/>
    <dgm:cxn modelId="{B4949D70-F2AC-4BC7-88E4-15ED9379D3D1}" type="presParOf" srcId="{B83BEA13-76B1-4E56-8266-74E9EB802FA2}" destId="{E162C48C-B269-449B-AD90-C819CF1CC3C7}" srcOrd="0" destOrd="0" presId="urn:microsoft.com/office/officeart/2005/8/layout/process1"/>
    <dgm:cxn modelId="{76E35263-00B4-40BF-A349-57A283E9E7BC}" type="presParOf" srcId="{BCDF4DAF-3503-4CD7-B1F0-40D547350C3C}" destId="{90C57F6A-ECA8-4ECF-A877-FDDC25C26CC8}" srcOrd="2" destOrd="0" presId="urn:microsoft.com/office/officeart/2005/8/layout/process1"/>
    <dgm:cxn modelId="{78C004CA-77A7-4C36-95C9-FBDCC9D002A2}" type="presParOf" srcId="{BCDF4DAF-3503-4CD7-B1F0-40D547350C3C}" destId="{8718D22E-2B3C-4354-B4EF-9E7B5A713AB4}" srcOrd="3" destOrd="0" presId="urn:microsoft.com/office/officeart/2005/8/layout/process1"/>
    <dgm:cxn modelId="{44A4101B-C7B7-45C9-95A4-94FA190EFCA3}" type="presParOf" srcId="{8718D22E-2B3C-4354-B4EF-9E7B5A713AB4}" destId="{D1CA4B1D-5A3A-4A39-878E-C18092728BE7}" srcOrd="0" destOrd="0" presId="urn:microsoft.com/office/officeart/2005/8/layout/process1"/>
    <dgm:cxn modelId="{D243ACC2-3C0C-4952-88EF-F400DD533BEC}" type="presParOf" srcId="{BCDF4DAF-3503-4CD7-B1F0-40D547350C3C}" destId="{5924A8A6-9F9E-4D1F-B702-D67B2BC479B2}" srcOrd="4" destOrd="0" presId="urn:microsoft.com/office/officeart/2005/8/layout/process1"/>
    <dgm:cxn modelId="{C81F8962-286C-47E1-9C6B-C401ADA6F0BA}" type="presParOf" srcId="{BCDF4DAF-3503-4CD7-B1F0-40D547350C3C}" destId="{FD039127-67D0-4369-8DDF-B16FD0A7536D}" srcOrd="5" destOrd="0" presId="urn:microsoft.com/office/officeart/2005/8/layout/process1"/>
    <dgm:cxn modelId="{E91648BC-FB31-4540-BCE7-49A574229A63}" type="presParOf" srcId="{FD039127-67D0-4369-8DDF-B16FD0A7536D}" destId="{8CCECF05-41F5-4E18-AB54-32FC2923D192}" srcOrd="0" destOrd="0" presId="urn:microsoft.com/office/officeart/2005/8/layout/process1"/>
    <dgm:cxn modelId="{B6CE258F-34D4-4396-8088-DA25424DFEBE}" type="presParOf" srcId="{BCDF4DAF-3503-4CD7-B1F0-40D547350C3C}" destId="{AF308876-9E96-48B5-9421-8F65DD88F4C9}" srcOrd="6" destOrd="0" presId="urn:microsoft.com/office/officeart/2005/8/layout/process1"/>
    <dgm:cxn modelId="{E6288D2B-9ADF-4BA8-ADBD-3C97C829ACB0}" type="presParOf" srcId="{BCDF4DAF-3503-4CD7-B1F0-40D547350C3C}" destId="{7C7AA384-5F49-4B88-AE42-9EBB9CE06ECA}" srcOrd="7" destOrd="0" presId="urn:microsoft.com/office/officeart/2005/8/layout/process1"/>
    <dgm:cxn modelId="{4E6C79F7-8D4F-480A-9778-A036921FDFA5}" type="presParOf" srcId="{7C7AA384-5F49-4B88-AE42-9EBB9CE06ECA}" destId="{00A9826C-53F3-4E86-8F0F-7FC9B0C2A897}" srcOrd="0" destOrd="0" presId="urn:microsoft.com/office/officeart/2005/8/layout/process1"/>
    <dgm:cxn modelId="{928F3C19-5BDB-441F-910D-878FD69A3076}" type="presParOf" srcId="{BCDF4DAF-3503-4CD7-B1F0-40D547350C3C}" destId="{40D54CBB-4CD2-4FD2-99B3-0ECCC606E61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693076" cy="4578053"/>
        <a:chOff x="0" y="0"/>
        <a:chExt cx="9693076" cy="4578053"/>
      </a:xfrm>
    </dsp:grpSpPr>
    <dsp:sp modelId="{42D05F6E-0BE5-479A-970D-62C10DBE954A}">
      <dsp:nvSpPr>
        <dsp:cNvPr id="3" name="Rounded Rectangle 2"/>
        <dsp:cNvSpPr/>
      </dsp:nvSpPr>
      <dsp:spPr bwMode="white">
        <a:xfrm>
          <a:off x="0" y="1848432"/>
          <a:ext cx="1468648" cy="88118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Input Word</a:t>
          </a:r>
          <a:endParaRPr lang="en-IN"/>
        </a:p>
      </dsp:txBody>
      <dsp:txXfrm>
        <a:off x="0" y="1848432"/>
        <a:ext cx="1468648" cy="881189"/>
      </dsp:txXfrm>
    </dsp:sp>
    <dsp:sp modelId="{B83BEA13-76B1-4E56-8266-74E9EB802FA2}">
      <dsp:nvSpPr>
        <dsp:cNvPr id="4" name="Right Arrow 3"/>
        <dsp:cNvSpPr/>
      </dsp:nvSpPr>
      <dsp:spPr bwMode="white">
        <a:xfrm>
          <a:off x="1606701" y="2106914"/>
          <a:ext cx="311353" cy="364225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1606701" y="2106914"/>
        <a:ext cx="311353" cy="364225"/>
      </dsp:txXfrm>
    </dsp:sp>
    <dsp:sp modelId="{90C57F6A-ECA8-4ECF-A877-FDDC25C26CC8}">
      <dsp:nvSpPr>
        <dsp:cNvPr id="5" name="Rounded Rectangle 4"/>
        <dsp:cNvSpPr/>
      </dsp:nvSpPr>
      <dsp:spPr bwMode="white">
        <a:xfrm>
          <a:off x="2056107" y="1848432"/>
          <a:ext cx="1468648" cy="88118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5">
            <a:hueOff val="1290000"/>
            <a:satOff val="2941"/>
            <a:lumOff val="-813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Identify Suffix</a:t>
          </a:r>
          <a:endParaRPr lang="en-IN"/>
        </a:p>
      </dsp:txBody>
      <dsp:txXfrm>
        <a:off x="2056107" y="1848432"/>
        <a:ext cx="1468648" cy="881189"/>
      </dsp:txXfrm>
    </dsp:sp>
    <dsp:sp modelId="{8718D22E-2B3C-4354-B4EF-9E7B5A713AB4}">
      <dsp:nvSpPr>
        <dsp:cNvPr id="6" name="Right Arrow 5"/>
        <dsp:cNvSpPr/>
      </dsp:nvSpPr>
      <dsp:spPr bwMode="white">
        <a:xfrm>
          <a:off x="3662808" y="2106914"/>
          <a:ext cx="311353" cy="364225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5">
            <a:hueOff val="1719999"/>
            <a:satOff val="3922"/>
            <a:lumOff val="-10849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3662808" y="2106914"/>
        <a:ext cx="311353" cy="364225"/>
      </dsp:txXfrm>
    </dsp:sp>
    <dsp:sp modelId="{5924A8A6-9F9E-4D1F-B702-D67B2BC479B2}">
      <dsp:nvSpPr>
        <dsp:cNvPr id="7" name="Rounded Rectangle 6"/>
        <dsp:cNvSpPr/>
      </dsp:nvSpPr>
      <dsp:spPr bwMode="white">
        <a:xfrm>
          <a:off x="4112214" y="1848432"/>
          <a:ext cx="1468648" cy="88118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5">
            <a:hueOff val="2580000"/>
            <a:satOff val="5882"/>
            <a:lumOff val="-1627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Apply Stemming Rules</a:t>
          </a:r>
          <a:endParaRPr lang="en-IN"/>
        </a:p>
      </dsp:txBody>
      <dsp:txXfrm>
        <a:off x="4112214" y="1848432"/>
        <a:ext cx="1468648" cy="881189"/>
      </dsp:txXfrm>
    </dsp:sp>
    <dsp:sp modelId="{FD039127-67D0-4369-8DDF-B16FD0A7536D}">
      <dsp:nvSpPr>
        <dsp:cNvPr id="8" name="Right Arrow 7"/>
        <dsp:cNvSpPr/>
      </dsp:nvSpPr>
      <dsp:spPr bwMode="white">
        <a:xfrm>
          <a:off x="5718915" y="2106914"/>
          <a:ext cx="311353" cy="364225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5">
            <a:hueOff val="3439999"/>
            <a:satOff val="7843"/>
            <a:lumOff val="-2169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5718915" y="2106914"/>
        <a:ext cx="311353" cy="364225"/>
      </dsp:txXfrm>
    </dsp:sp>
    <dsp:sp modelId="{AF308876-9E96-48B5-9421-8F65DD88F4C9}">
      <dsp:nvSpPr>
        <dsp:cNvPr id="9" name="Rounded Rectangle 8"/>
        <dsp:cNvSpPr/>
      </dsp:nvSpPr>
      <dsp:spPr bwMode="white">
        <a:xfrm>
          <a:off x="6168321" y="1848432"/>
          <a:ext cx="1468648" cy="88118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5">
            <a:hueOff val="3870000"/>
            <a:satOff val="8824"/>
            <a:lumOff val="-24411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Remove/Replace Suffix</a:t>
          </a:r>
          <a:endParaRPr lang="en-IN"/>
        </a:p>
      </dsp:txBody>
      <dsp:txXfrm>
        <a:off x="6168321" y="1848432"/>
        <a:ext cx="1468648" cy="881189"/>
      </dsp:txXfrm>
    </dsp:sp>
    <dsp:sp modelId="{7C7AA384-5F49-4B88-AE42-9EBB9CE06ECA}">
      <dsp:nvSpPr>
        <dsp:cNvPr id="10" name="Right Arrow 9"/>
        <dsp:cNvSpPr/>
      </dsp:nvSpPr>
      <dsp:spPr bwMode="white">
        <a:xfrm>
          <a:off x="7775022" y="2106914"/>
          <a:ext cx="311353" cy="364225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5">
            <a:hueOff val="5160000"/>
            <a:satOff val="11765"/>
            <a:lumOff val="-3254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7775022" y="2106914"/>
        <a:ext cx="311353" cy="364225"/>
      </dsp:txXfrm>
    </dsp:sp>
    <dsp:sp modelId="{40D54CBB-4CD2-4FD2-99B3-0ECCC606E614}">
      <dsp:nvSpPr>
        <dsp:cNvPr id="11" name="Rounded Rectangle 10"/>
        <dsp:cNvSpPr/>
      </dsp:nvSpPr>
      <dsp:spPr bwMode="white">
        <a:xfrm>
          <a:off x="8224428" y="1848432"/>
          <a:ext cx="1468648" cy="88118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5">
            <a:hueOff val="5160000"/>
            <a:satOff val="11765"/>
            <a:lumOff val="-3254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Generate Stem Word</a:t>
          </a:r>
          <a:endParaRPr lang="en-IN"/>
        </a:p>
      </dsp:txBody>
      <dsp:txXfrm>
        <a:off x="8224428" y="1848432"/>
        <a:ext cx="1468648" cy="881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8128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1229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>
            <a:lvl1pPr algn="r"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/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/>
          <a:lstStyle>
            <a:lvl1pPr algn="r"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fld id="{2460D398-F1D8-4A85-ABA5-4E5A250858A9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3775B4B4-9910-462C-BF58-4D0D453AFFDC}" type="slidenum">
              <a:rPr lang="en-IN" altLang="en-US"/>
            </a:fld>
            <a:endParaRPr lang="en-IN" altLang="en-US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A275789F-59CD-41F5-B37C-8E4F7C30D3DE}" type="slidenum">
              <a:rPr lang="en-IN" altLang="en-US"/>
            </a:fld>
            <a:endParaRPr lang="en-IN" altLang="en-US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2CEE55D1-986A-4253-9F1D-096F5054A936}" type="slidenum">
              <a:rPr lang="en-IN" altLang="en-US"/>
            </a:fld>
            <a:endParaRPr lang="en-IN" alt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9C03A88F-8702-45E2-8455-B4A369A7A8F0}" type="slidenum">
              <a:rPr lang="en-IN" altLang="en-US"/>
            </a:fld>
            <a:endParaRPr lang="en-IN" alt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2BC2BAE6-CF60-4B69-A6A9-47597DD19E25}" type="slidenum">
              <a:rPr lang="en-IN" altLang="en-US"/>
            </a:fld>
            <a:endParaRPr lang="en-IN" altLang="en-US"/>
          </a:p>
        </p:txBody>
      </p:sp>
      <p:sp>
        <p:nvSpPr>
          <p:cNvPr id="307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2BC2BAE6-CF60-4B69-A6A9-47597DD19E25}" type="slidenum">
              <a:rPr lang="en-IN" altLang="en-US"/>
            </a:fld>
            <a:endParaRPr lang="en-IN" altLang="en-US"/>
          </a:p>
        </p:txBody>
      </p:sp>
      <p:sp>
        <p:nvSpPr>
          <p:cNvPr id="307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76543FE-C729-49EF-BD64-71AC5A871784}" type="slidenum">
              <a:rPr lang="en-IN" altLang="en-US"/>
            </a:fld>
            <a:endParaRPr lang="en-IN" altLang="en-US"/>
          </a:p>
        </p:txBody>
      </p:sp>
      <p:sp>
        <p:nvSpPr>
          <p:cNvPr id="358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0A4A4CAB-0E7F-49AA-A229-2945626F4B1A}" type="slidenum">
              <a:rPr lang="en-IN" altLang="en-US"/>
            </a:fld>
            <a:endParaRPr lang="en-IN" altLang="en-US"/>
          </a:p>
        </p:txBody>
      </p:sp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1F1B8D9-B503-40BA-82A3-8FDF418A07CF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5B515DF-B7C2-49B4-A5D9-657BC83489F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78D97A-942B-4DC8-95C2-B64018DC2C7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D0556E5-0552-45AD-A5BE-95C19FF2449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BCCF616-1A64-4D9F-9920-DE1CAA137DA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8668F20-67CE-4D31-87CF-5F68794B5E2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436DD3E-FD6A-45C6-8089-E511EAE8494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331138F-3090-4DDF-9E42-70417E12D31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D32CC64-728B-48E3-A234-938B0D4A09B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A884833-7234-4A90-A52B-075DE579BC4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122363"/>
            <a:ext cx="2628900" cy="505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122363"/>
            <a:ext cx="7734300" cy="5054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3F4B740-C7A2-4901-86E0-F6110CB5BB4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0DCEF49-D672-4034-97A6-F032D109FFB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B01B1B2-7121-40B2-BFF3-7DBFE837B87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DDFCAB7-AE15-4EDD-BFBA-13D5B8D3344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0013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3" y="1825625"/>
            <a:ext cx="518160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7545535-B94D-4D88-98EE-5DE4067609F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6E9B35E-79E6-4928-A67D-EE6D4B2BF065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F006AE1-2732-48FC-B183-A5C4A7A3708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A4B754D-DBB6-4924-AEE0-2F0688BA72B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32A7852-C6FD-4513-A809-C73490BF4D1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4C8C450-733B-4A12-93FF-95855086642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C557E4D-C3C4-435B-AD58-52066662657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0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0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21F71B5-6797-440A-B0E0-A2170ADDEAF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6FDF235-7DB8-44DC-98D4-D6397FDE90D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87578EB-8DB6-44A6-8401-D47EA8D32F0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0B4979A-54FB-43C1-AC71-423F6927E09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3789363" cy="5810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365125"/>
            <a:ext cx="3790950" cy="5810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0EEA5E-D170-4786-B6EE-A49A34B3A47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BB422B9-7A7C-4B3C-A372-EB981EB54165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2F2E8AD-BFE7-4068-AE15-38A29D0ECE9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50FF48A-7917-4A45-AE5C-9099E7EC29F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48A14E6-778C-4E98-B382-D305639D65F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71B75E-2FDA-4EE2-AD0C-918B9CA2B79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496D961-F5C9-4E7B-93E5-AF61258125B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0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5B82F5-2ED2-46F8-90A5-48E560D12DF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4A94835-C249-4535-BD48-BF23EA50E7F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60BED19-8AF7-43D5-8BD2-27EB17A9AA5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491AB5-00F9-4EC8-8966-C615909FA9F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0013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3" y="1825625"/>
            <a:ext cx="518160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DDFC2B7-53E8-48AA-B8E2-8799E2F559A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E5659CE-7A73-489E-A23E-4FF103FD4DE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45A9B0A-5D22-4ADA-AB93-C567AC1D21E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5D2A37B-DEE6-4780-818B-62849E222A7C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0302261-6C4B-4A66-99E4-8E185DCF2DB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E83FEEE-4646-40A5-A433-08B3793C505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86233D4-4AAE-42AB-895B-EC6C5A676C1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0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0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60C39F7-D41C-4719-B6A4-8475A166A56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24C5BBE-7798-4043-B980-7AEF513BC0D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E2AC5EE-3AED-4B06-82B7-E5697857B8D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8DCE95-53B7-46A8-95D3-DF41A1FCFA1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1850" y="4589463"/>
            <a:ext cx="5180013" cy="149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4263" y="4589463"/>
            <a:ext cx="5181600" cy="149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37D0589-F5B4-42C1-AA31-9C185B7DAEC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054C135-15F2-4ACF-AEFB-F20E5F90EA5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7AEEB1E-0B3F-45F1-95AC-D773483BACE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F1CA287-C45B-4771-A244-ABA2DB0F02A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37782FF-4FC0-47B6-928E-76E3A034402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4D550BD-7F91-4284-BBEF-356246AEFC9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23FE42F-1ACB-43F7-8420-E4B471780D5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8550" y="1709738"/>
            <a:ext cx="2627313" cy="4378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1850" y="1709738"/>
            <a:ext cx="7734300" cy="4378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FFF259D-91C6-4CFB-848E-C2F1F9D6647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C54F7C5-4402-485C-89B2-41C97763F73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2C40D3D-6CA9-4246-AD38-2A2D388EEB2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AD19A10-F612-408F-B272-00C98FA225E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513013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3613" y="1825625"/>
            <a:ext cx="251460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02AA0E7-F130-4B56-A7B8-4B64C4856C5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C32FBC9-51F7-4E21-9FDE-F0A94A285BE5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BC542EC-EB87-470C-8263-3050B22366BF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684D278-4BBE-48EC-A5B2-9FF7E96149C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FDE78BD-3744-46AC-B343-ADE2CF7B74E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6CE456C-A88A-466F-A2A7-FBC7B129BA0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577DD2A-E203-43DB-BBA1-A9C29F6638D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0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0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1861AFC-1651-4145-BEB6-5281F0A95E4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2DF70EC-0F94-4570-82D9-7EFD41D7D7C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9CD4936-E4AE-45DB-8B00-F6D08C1B13C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E1D7EB6-D6FD-41D8-8923-104CAACD407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9788" y="1681163"/>
            <a:ext cx="2501900" cy="822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4088" y="1681163"/>
            <a:ext cx="2501900" cy="822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7FF83A6-6B2E-47FC-B218-BC4D95DE3C7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E668299-80A2-489B-A5F6-E8B38F5B9B5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92E251E-C006-4F23-8036-DC1D0699F76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02D483F-3CDB-4D50-944F-C36180238AD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443C403-2585-417D-A5AC-7E6A8EE6A6A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6481CE3-5139-43D4-936E-0211AEB5E97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6DF8121-66C8-43C3-85DA-69CBAB66177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488" y="365125"/>
            <a:ext cx="2627312" cy="2138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9788" y="365125"/>
            <a:ext cx="7734300" cy="2138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7BBBCEA-A895-4960-B6AC-7300B2100B9F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F1D9562-2BDB-457D-B0AD-87DE4A61C4A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DDBEBB6-3637-49B8-8CE7-EFB9694300F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9A5CCB7-F8BA-4AFD-BAC6-D7E55B4E4DA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4E5434D-5385-4EF6-9364-8799218A913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8CC0602-12B1-4906-B829-EA096742041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0F0BA11-3B21-4FFD-9753-4231924E2CD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D1F8C6A-F5BD-4EC0-956F-70C89E1A04D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D45408A-0C7E-4759-AF6C-8452DD253AF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20F0603-8C70-452F-9654-294155C346F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7E377D-B606-4EEA-AD95-1AC93299393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5301795-D312-4BBA-A06B-42B45189F16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D70709C-C2F8-4285-BADD-C6BC830558E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4D0DE1D-A970-4E5B-A30C-571E615A0EE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8D3FA21-6CC7-44D9-90D5-F19B6F86F936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4963"/>
            <a:ext cx="5408613" cy="3975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3" y="1604963"/>
            <a:ext cx="5410200" cy="3975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BDCF480-B7A9-4AA3-A4E8-9CB813E9D91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53F4849-830C-461F-8E6C-068E9A6F760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3DCE0B8-FBBE-4460-898B-9A7DC68611F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903DB0-1181-41EB-BEA3-69F9C2ECD78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6F4526-693E-4B62-BA85-945F21B12B35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47559C8-38DA-40CB-86C3-999642DCD11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412A790-46A9-4F34-9E14-71EB2C8E643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3050"/>
            <a:ext cx="2741613" cy="5307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3050"/>
            <a:ext cx="8077200" cy="5307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FCC2904-D435-4DDF-91A1-977E47A5D6C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D9D78CE-F0A5-4E91-8DE4-A458B53FD5E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FBB1794-AAB0-42D1-8A64-F5608EBC1BB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E223AF-2CCF-45C1-A182-34781C4339DD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3188" y="987425"/>
            <a:ext cx="3008312" cy="4872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3900" y="987425"/>
            <a:ext cx="3009900" cy="4872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431D635-D610-4B74-A16E-A7A99A37BF2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5465547-4266-41F0-8DDA-9D743E5C43C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D94E5E1-2205-46BA-819B-40D63C65A55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30F5BFA-825E-4AD8-BE75-050E3E16ECF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D5B2E95-AAD2-47E4-A344-695B59B4702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29C019A-6003-4FC7-9BBE-2DF6839DAA9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A2B6ABA-3BA9-4A2F-BF0E-DAC18356428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488" y="457200"/>
            <a:ext cx="2627312" cy="54022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9788" y="457200"/>
            <a:ext cx="7734300" cy="54022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D6F6D01-CDF1-4E63-B27B-4BE201DCA1F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78040AE-4A0C-46C2-94E6-42711F575AC8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E2B2E66-F60B-4C57-BABE-309D035F6CE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79F2CDF-5A65-4910-A3B9-03C4982D480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3188" y="987425"/>
            <a:ext cx="3008312" cy="4872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3900" y="987425"/>
            <a:ext cx="3009900" cy="4872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8A618DB-85AD-4AD1-902B-33EFC1CE1C71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353E676-9126-4A73-BD6E-BD74BBAAC6B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4387564-A60E-4063-848A-2857CC2C8E9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B3D920E-B4A0-4A0D-BBFE-E105FE2AD51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0D5549-B918-4904-9A10-A8962569E8E0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BCAB1AC-8D25-4418-B0AF-84F4887C2A5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0396CC-7570-4181-B385-A1BC0AA41EA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488" y="457200"/>
            <a:ext cx="2627312" cy="54022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9788" y="457200"/>
            <a:ext cx="7734300" cy="54022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C88B882-A637-4DEA-8E69-79861EFA0AE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122363"/>
            <a:ext cx="9142413" cy="238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FCAC8D02-78A7-42E4-86B4-211A86BC6552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401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4013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45720" tIns="91440" rIns="45720" bIns="9144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GB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D4E70939-BC20-41B9-82B5-3A157DA087C1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724900" y="365125"/>
            <a:ext cx="2627313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45720" tIns="91440" rIns="45720" bIns="9144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365125"/>
            <a:ext cx="7732713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45720" tIns="91440" rIns="45720" bIns="9144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GB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5FC3C28-2F4D-4504-B369-141342D60A88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401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4013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GB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A02D5DCC-02F1-4715-9AA2-4E663E1AEB40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1850" y="1709738"/>
            <a:ext cx="10514013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1850" y="4589463"/>
            <a:ext cx="10514013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0EB5CA63-30C2-4B5B-ACE0-A334B47A479F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401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5180013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GB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7B2DB24C-E991-4795-89EB-E07F158883FF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9788" y="365125"/>
            <a:ext cx="10514012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681163"/>
            <a:ext cx="515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FB4D9130-6AB0-41BA-929A-9AA46B6A0A61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4013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D071C32B-C56C-4812-9EAD-89514E22997C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CAD7CA75-0938-4C39-BFA4-ACF1D6DB5F26}" type="slidenum">
              <a:rPr lang="en-IN" altLang="en-US"/>
            </a:fld>
            <a:endParaRPr lang="en-IN" alt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/>
          <a:lstStyle/>
          <a:p>
            <a:pPr lvl="0"/>
            <a:r>
              <a:rPr lang="en-GB" altLang="en-US"/>
              <a:t>Click to edit the title text format</a:t>
            </a:r>
            <a:endParaRPr lang="en-GB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900" rIns="0" bIns="0" numCol="1" anchor="t" anchorCtr="0" compatLnSpc="1"/>
          <a:lstStyle/>
          <a:p>
            <a:pPr lvl="0"/>
            <a:r>
              <a:rPr lang="en-GB" altLang="en-US"/>
              <a:t>Click to edit the outline text format</a:t>
            </a:r>
            <a:endParaRPr lang="en-GB" altLang="en-US"/>
          </a:p>
          <a:p>
            <a:pPr lvl="1"/>
            <a:r>
              <a:rPr lang="en-GB" altLang="en-US"/>
              <a:t>Second Outline Level</a:t>
            </a:r>
            <a:endParaRPr lang="en-GB" altLang="en-US"/>
          </a:p>
          <a:p>
            <a:pPr lvl="2"/>
            <a:r>
              <a:rPr lang="en-GB" altLang="en-US"/>
              <a:t>Third Outline Level</a:t>
            </a:r>
            <a:endParaRPr lang="en-GB" altLang="en-US"/>
          </a:p>
          <a:p>
            <a:pPr lvl="3"/>
            <a:r>
              <a:rPr lang="en-GB" altLang="en-US"/>
              <a:t>Fourth Outline Level</a:t>
            </a:r>
            <a:endParaRPr lang="en-GB" altLang="en-US"/>
          </a:p>
          <a:p>
            <a:pPr lvl="4"/>
            <a:r>
              <a:rPr lang="en-GB" altLang="en-US"/>
              <a:t>Fifth Outline Level</a:t>
            </a:r>
            <a:endParaRPr lang="en-GB" altLang="en-US"/>
          </a:p>
          <a:p>
            <a:pPr lvl="4"/>
            <a:r>
              <a:rPr lang="en-GB" altLang="en-US"/>
              <a:t>Sixth Outline Level</a:t>
            </a:r>
            <a:endParaRPr lang="en-GB" altLang="en-US"/>
          </a:p>
          <a:p>
            <a:pPr lvl="4"/>
            <a:r>
              <a:rPr lang="en-GB" altLang="en-US"/>
              <a:t>Seventh Outline Level</a:t>
            </a:r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9788" y="457200"/>
            <a:ext cx="3930650" cy="15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83188" y="987425"/>
            <a:ext cx="6170612" cy="487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en-US"/>
              <a:t>Click to edit Master text styles</a:t>
            </a:r>
            <a:endParaRPr lang="en-GB" altLang="en-US"/>
          </a:p>
          <a:p>
            <a:pPr lvl="1"/>
            <a:r>
              <a:rPr lang="en-GB" altLang="en-US"/>
              <a:t>Second level</a:t>
            </a:r>
            <a:endParaRPr lang="en-GB" altLang="en-US"/>
          </a:p>
          <a:p>
            <a:pPr lvl="2"/>
            <a:r>
              <a:rPr lang="en-GB" altLang="en-US"/>
              <a:t>Third level</a:t>
            </a:r>
            <a:endParaRPr lang="en-GB" altLang="en-US"/>
          </a:p>
          <a:p>
            <a:pPr lvl="3"/>
            <a:r>
              <a:rPr lang="en-GB" altLang="en-US"/>
              <a:t>Fourth level</a:t>
            </a:r>
            <a:endParaRPr lang="en-GB" altLang="en-US"/>
          </a:p>
          <a:p>
            <a:pPr lvl="4"/>
            <a:r>
              <a:rPr lang="en-GB" altLang="en-US"/>
              <a:t>Fifth level</a:t>
            </a:r>
            <a:endParaRPr lang="en-GB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4614E5CE-F3A5-49B3-801D-154418612771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9788" y="457200"/>
            <a:ext cx="3930650" cy="15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en-US"/>
              <a:t>Click to edit Master title style</a:t>
            </a:r>
            <a:endParaRPr lang="en-GB" alt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83188" y="987425"/>
            <a:ext cx="6170612" cy="487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/>
          <a:lstStyle/>
          <a:p>
            <a:pPr lvl="0"/>
            <a:r>
              <a:rPr lang="en-GB" altLang="en-US"/>
              <a:t>Click icon to add picture</a:t>
            </a:r>
            <a:endParaRPr lang="en-GB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038600" y="6356350"/>
            <a:ext cx="41132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en-IN" alt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41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hangingPunct="1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  <a:defRPr sz="1200">
                <a:solidFill>
                  <a:srgbClr val="8B8B8B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2AE26A3D-072D-4DF5-8B84-34F32B2C4937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75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75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75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75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75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35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5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6160" y="1462088"/>
            <a:ext cx="11866562" cy="1663700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Design, Working Mechanism, and Applications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07368" y="1253331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2286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hangingPunct="1">
              <a:lnSpc>
                <a:spcPct val="90000"/>
              </a:lnSpc>
              <a:spcBef>
                <a:spcPts val="1015"/>
              </a:spcBef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COURSE CODE :DSA0304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Natural Language Processing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0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0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C .Tharun (192472309)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0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0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by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10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T.DEVI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               L    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1">
              <a:lnSpc>
                <a:spcPct val="90000"/>
              </a:lnSpc>
              <a:spcBef>
                <a:spcPts val="1015"/>
              </a:spcBef>
              <a:buClrTx/>
              <a:buSzTx/>
              <a:buFontTx/>
              <a:buNone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79450" y="395288"/>
            <a:ext cx="10515600" cy="1325562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33413" y="2257425"/>
            <a:ext cx="10925175" cy="276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228600" indent="-2286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hangingPunct="1">
              <a:lnSpc>
                <a:spcPct val="15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15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stemming algorithm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Porter in 1980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15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different forms of a word to a common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word (stem)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prefixes and suffixes.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15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is an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150000"/>
              </a:lnSpc>
              <a:spcBef>
                <a:spcPts val="1015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computers process text efficiently by reducing vocabulary size. Porter Stemmer is widely used in search engines, information retrieval systems, and text mining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ALGORITHM </a:t>
            </a:r>
            <a:endParaRPr lang="en-IN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95400" y="1487408"/>
            <a:ext cx="11015663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Algorithm of Porter Stemmer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Porter Stemmer processes words through a sequence of rule-based steps.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the word.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suffix (e.g.,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-ed , -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-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predefined stemming rules.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or replace the suffix.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stem (root word).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19125" y="-576261"/>
            <a:ext cx="10515600" cy="1943099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808141" y="1671215"/>
          <a:ext cx="9693076" cy="4578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62731" y="-280194"/>
            <a:ext cx="10515600" cy="1325563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</a:t>
            </a:r>
            <a:endParaRPr lang="en-IN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350" y="1752338"/>
            <a:ext cx="7734002" cy="510566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62731" y="-280194"/>
            <a:ext cx="10515600" cy="1325563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1340768"/>
            <a:ext cx="6045511" cy="48643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>
              <a:lnSpc>
                <a:spcPct val="9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07975" y="1530350"/>
            <a:ext cx="11045825" cy="482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28600" indent="-2286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hangingPunct="1">
              <a:lnSpc>
                <a:spcPct val="200000"/>
              </a:lnSpc>
              <a:spcBef>
                <a:spcPts val="1015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widely used stemming algorithms in NLP.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200000"/>
              </a:lnSpc>
              <a:spcBef>
                <a:spcPts val="1015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different word forms into a common root by applying rule-based suffix removal.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200000"/>
              </a:lnSpc>
              <a:spcBef>
                <a:spcPts val="1015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improves the efficiency of text processing, search, and information retrieval.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200000"/>
              </a:lnSpc>
              <a:spcBef>
                <a:spcPts val="1015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limitations such as over-stemming, it remains a simple, fast, and effective preprocessing technique.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hangingPunct="1">
              <a:lnSpc>
                <a:spcPct val="200000"/>
              </a:lnSpc>
              <a:spcBef>
                <a:spcPts val="1015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continues to play an important role in modern NLP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hangingPunct="1">
              <a:lnSpc>
                <a:spcPct val="90000"/>
              </a:lnSpc>
              <a:spcBef>
                <a:spcPts val="1015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4014788" y="2792413"/>
            <a:ext cx="9031287" cy="86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5000" dirty="0">
                <a:latin typeface="Viner Hand ITC" panose="03070502030502020203" pitchFamily="66" charset="0"/>
              </a:rPr>
              <a:t>THANK YOU</a:t>
            </a:r>
            <a:endParaRPr lang="en-US" altLang="en-US" sz="5000" dirty="0">
              <a:latin typeface="Viner Hand ITC" panose="03070502030502020203" pitchFamily="66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76200"/>
            <a:ext cx="1385887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0" y="76200"/>
            <a:ext cx="1443038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5"/>
          </a:spcBef>
          <a:spcAft>
            <a:spcPts val="15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2142</Words>
  <Application>WPS Presentation</Application>
  <PresentationFormat>Widescreen</PresentationFormat>
  <Paragraphs>60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Segoe UI</vt:lpstr>
      <vt:lpstr>Calibri</vt:lpstr>
      <vt:lpstr>Viner Hand ITC</vt:lpstr>
      <vt:lpstr>Arial Unicode MS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Porter Stemmer: Design, Working Mechanism, and Applications </vt:lpstr>
      <vt:lpstr>INTRODUCTION</vt:lpstr>
      <vt:lpstr>SYSTEM ALGORITHM </vt:lpstr>
      <vt:lpstr>WORKFLOW</vt:lpstr>
      <vt:lpstr>Working Example</vt:lpstr>
      <vt:lpstr>OUTPUT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musturi balaji</dc:creator>
  <cp:lastModifiedBy>cheek</cp:lastModifiedBy>
  <cp:revision>9</cp:revision>
  <cp:lastPrinted>2113-01-01T00:00:00Z</cp:lastPrinted>
  <dcterms:created xsi:type="dcterms:W3CDTF">2025-11-11T09:34:00Z</dcterms:created>
  <dcterms:modified xsi:type="dcterms:W3CDTF">2026-08-03T08:52:08Z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  <property fmtid="{D5CDD505-2E9C-101B-9397-08002B2CF9AE}" pid="5" name="ICV">
    <vt:lpwstr>C31A13E32439409EAF7502BFABD386FE_13</vt:lpwstr>
  </property>
  <property fmtid="{D5CDD505-2E9C-101B-9397-08002B2CF9AE}" pid="6" name="KSOProductBuildVer">
    <vt:lpwstr>1033-12.1.0.28032</vt:lpwstr>
  </property>
</Properties>
</file>